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git.las.iastate.edu/SeniorDesignComS/2025fall/402c/sd01_simple_robot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idx="1" type="subTitle"/>
          </p:nvPr>
        </p:nvSpPr>
        <p:spPr>
          <a:xfrm>
            <a:off x="311700" y="356075"/>
            <a:ext cx="8520600" cy="441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 u="sng">
                <a:solidFill>
                  <a:schemeClr val="hlink"/>
                </a:solidFill>
                <a:hlinkClick r:id="rId3"/>
              </a:rPr>
              <a:t>GitHub Repository</a:t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</a:rPr>
              <a:t>Feature/tasks completed:</a:t>
            </a:r>
            <a:endParaRPr b="1" sz="1200">
              <a:solidFill>
                <a:schemeClr val="dk1"/>
              </a:solidFill>
            </a:endParaRPr>
          </a:p>
          <a:p>
            <a:pPr indent="-299085" lvl="0" marL="457200" rtl="0" algn="l">
              <a:spcBef>
                <a:spcPts val="0"/>
              </a:spcBef>
              <a:spcAft>
                <a:spcPts val="0"/>
              </a:spcAft>
              <a:buClr>
                <a:srgbClr val="4A86E8"/>
              </a:buClr>
              <a:buSzPct val="100000"/>
              <a:buChar char="-"/>
            </a:pPr>
            <a:r>
              <a:rPr lang="en" sz="1200">
                <a:solidFill>
                  <a:srgbClr val="4A86E8"/>
                </a:solidFill>
              </a:rPr>
              <a:t>Simple robot components lists (pricing, purchase site, specs).</a:t>
            </a:r>
            <a:endParaRPr sz="1200">
              <a:solidFill>
                <a:srgbClr val="4A86E8"/>
              </a:solidFill>
            </a:endParaRPr>
          </a:p>
          <a:p>
            <a:pPr indent="-299085" lvl="0" marL="457200" rtl="0" algn="l">
              <a:spcBef>
                <a:spcPts val="0"/>
              </a:spcBef>
              <a:spcAft>
                <a:spcPts val="0"/>
              </a:spcAft>
              <a:buClr>
                <a:srgbClr val="4A86E8"/>
              </a:buClr>
              <a:buSzPct val="100000"/>
              <a:buChar char="-"/>
            </a:pPr>
            <a:r>
              <a:rPr lang="en" sz="1200">
                <a:solidFill>
                  <a:srgbClr val="4A86E8"/>
                </a:solidFill>
              </a:rPr>
              <a:t>Ordering of robot components.</a:t>
            </a:r>
            <a:endParaRPr sz="1200">
              <a:solidFill>
                <a:srgbClr val="4A86E8"/>
              </a:solidFill>
            </a:endParaRPr>
          </a:p>
          <a:p>
            <a:pPr indent="-299085" lvl="0" marL="457200" rtl="0" algn="l">
              <a:spcBef>
                <a:spcPts val="0"/>
              </a:spcBef>
              <a:spcAft>
                <a:spcPts val="0"/>
              </a:spcAft>
              <a:buClr>
                <a:srgbClr val="4A86E8"/>
              </a:buClr>
              <a:buSzPct val="100000"/>
              <a:buChar char="-"/>
            </a:pPr>
            <a:r>
              <a:rPr lang="en" sz="1200">
                <a:solidFill>
                  <a:srgbClr val="4A86E8"/>
                </a:solidFill>
              </a:rPr>
              <a:t>Robot requirements and operations flowchart.</a:t>
            </a:r>
            <a:endParaRPr sz="1200">
              <a:solidFill>
                <a:srgbClr val="4A86E8"/>
              </a:solidFill>
            </a:endParaRPr>
          </a:p>
          <a:p>
            <a:pPr indent="-299085" lvl="0" marL="457200" rtl="0" algn="l">
              <a:spcBef>
                <a:spcPts val="0"/>
              </a:spcBef>
              <a:spcAft>
                <a:spcPts val="0"/>
              </a:spcAft>
              <a:buClr>
                <a:srgbClr val="4A86E8"/>
              </a:buClr>
              <a:buSzPct val="100000"/>
              <a:buChar char="-"/>
            </a:pPr>
            <a:r>
              <a:rPr lang="en" sz="1200">
                <a:solidFill>
                  <a:srgbClr val="4A86E8"/>
                </a:solidFill>
              </a:rPr>
              <a:t>Getting in contact with ME team to 3d model robot chassis.</a:t>
            </a:r>
            <a:endParaRPr sz="1200">
              <a:solidFill>
                <a:srgbClr val="4A86E8"/>
              </a:solidFill>
            </a:endParaRPr>
          </a:p>
          <a:p>
            <a:pPr indent="-299085" lvl="0" marL="457200" rtl="0" algn="l">
              <a:spcBef>
                <a:spcPts val="0"/>
              </a:spcBef>
              <a:spcAft>
                <a:spcPts val="0"/>
              </a:spcAft>
              <a:buClr>
                <a:srgbClr val="4A86E8"/>
              </a:buClr>
              <a:buSzPct val="100000"/>
              <a:buChar char="-"/>
            </a:pPr>
            <a:r>
              <a:rPr lang="en" sz="1200">
                <a:solidFill>
                  <a:srgbClr val="4A86E8"/>
                </a:solidFill>
              </a:rPr>
              <a:t>3D model design of robot chassis.</a:t>
            </a:r>
            <a:endParaRPr sz="1200">
              <a:solidFill>
                <a:srgbClr val="4A86E8"/>
              </a:solidFill>
            </a:endParaRPr>
          </a:p>
          <a:p>
            <a:pPr indent="-299085" lvl="0" marL="457200" rtl="0" algn="l">
              <a:spcBef>
                <a:spcPts val="0"/>
              </a:spcBef>
              <a:spcAft>
                <a:spcPts val="0"/>
              </a:spcAft>
              <a:buClr>
                <a:srgbClr val="4A86E8"/>
              </a:buClr>
              <a:buSzPct val="100000"/>
              <a:buChar char="-"/>
            </a:pPr>
            <a:r>
              <a:rPr lang="en" sz="1200">
                <a:solidFill>
                  <a:srgbClr val="4A86E8"/>
                </a:solidFill>
              </a:rPr>
              <a:t>Build a moving robot that can be remote controlled with inputs from another device.</a:t>
            </a:r>
            <a:endParaRPr sz="1200">
              <a:solidFill>
                <a:srgbClr val="4A86E8"/>
              </a:solidFill>
            </a:endParaRPr>
          </a:p>
          <a:p>
            <a:pPr indent="-299085" lvl="0" marL="457200" rtl="0" algn="l">
              <a:spcBef>
                <a:spcPts val="0"/>
              </a:spcBef>
              <a:spcAft>
                <a:spcPts val="0"/>
              </a:spcAft>
              <a:buClr>
                <a:srgbClr val="4A86E8"/>
              </a:buClr>
              <a:buSzPct val="100000"/>
              <a:buChar char="-"/>
            </a:pPr>
            <a:r>
              <a:rPr lang="en" sz="1200">
                <a:solidFill>
                  <a:srgbClr val="4A86E8"/>
                </a:solidFill>
              </a:rPr>
              <a:t>Prototyping robot chassis with cardboard.</a:t>
            </a:r>
            <a:endParaRPr sz="1200">
              <a:solidFill>
                <a:srgbClr val="4A86E8"/>
              </a:solidFill>
            </a:endParaRPr>
          </a:p>
          <a:p>
            <a:pPr indent="-299085" lvl="0" marL="457200" rtl="0" algn="l">
              <a:spcBef>
                <a:spcPts val="0"/>
              </a:spcBef>
              <a:spcAft>
                <a:spcPts val="0"/>
              </a:spcAft>
              <a:buClr>
                <a:srgbClr val="4A86E8"/>
              </a:buClr>
              <a:buSzPct val="100000"/>
              <a:buChar char="-"/>
            </a:pPr>
            <a:r>
              <a:rPr lang="en" sz="1200">
                <a:solidFill>
                  <a:srgbClr val="4A86E8"/>
                </a:solidFill>
              </a:rPr>
              <a:t>Getting in contact and a quote with Department of ME to 3d print robot chassis.</a:t>
            </a:r>
            <a:endParaRPr sz="1200">
              <a:solidFill>
                <a:srgbClr val="4A86E8"/>
              </a:solidFill>
            </a:endParaRPr>
          </a:p>
          <a:p>
            <a:pPr indent="-29908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-"/>
            </a:pPr>
            <a:r>
              <a:rPr lang="en" sz="1200">
                <a:solidFill>
                  <a:schemeClr val="dk1"/>
                </a:solidFill>
              </a:rPr>
              <a:t>Developed website skeleton for robot remote control, with features such as robot movement, send command, robot log, and live camera feed.</a:t>
            </a:r>
            <a:endParaRPr sz="1200">
              <a:solidFill>
                <a:schemeClr val="dk1"/>
              </a:solidFill>
            </a:endParaRPr>
          </a:p>
          <a:p>
            <a:pPr indent="-29908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-"/>
            </a:pPr>
            <a:r>
              <a:rPr lang="en" sz="1200">
                <a:solidFill>
                  <a:schemeClr val="dk1"/>
                </a:solidFill>
              </a:rPr>
              <a:t>Built second version of robot chassis, with double-layered cardboard reinforced with acrylic sheets, held together with glue.</a:t>
            </a:r>
            <a:endParaRPr sz="1200">
              <a:solidFill>
                <a:schemeClr val="dk1"/>
              </a:solidFill>
            </a:endParaRPr>
          </a:p>
          <a:p>
            <a:pPr indent="-29908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-"/>
            </a:pPr>
            <a:r>
              <a:rPr lang="en" sz="1200">
                <a:solidFill>
                  <a:schemeClr val="dk1"/>
                </a:solidFill>
              </a:rPr>
              <a:t>Build voltage divider for ultrasonic sensors to work properly</a:t>
            </a:r>
            <a:endParaRPr sz="1200">
              <a:solidFill>
                <a:schemeClr val="dk1"/>
              </a:solidFill>
            </a:endParaRPr>
          </a:p>
          <a:p>
            <a:pPr indent="-29908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-"/>
            </a:pPr>
            <a:r>
              <a:rPr lang="en" sz="1200">
                <a:solidFill>
                  <a:schemeClr val="dk1"/>
                </a:solidFill>
              </a:rPr>
              <a:t>Fine-tuning of robot autonomous movement, sensor placement and code logic, breaking out of repeated movement patterns</a:t>
            </a:r>
            <a:endParaRPr sz="1200">
              <a:solidFill>
                <a:schemeClr val="dk1"/>
              </a:solidFill>
            </a:endParaRPr>
          </a:p>
          <a:p>
            <a:pPr indent="-29908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-"/>
            </a:pPr>
            <a:r>
              <a:rPr lang="en" sz="1200">
                <a:solidFill>
                  <a:schemeClr val="dk1"/>
                </a:solidFill>
              </a:rPr>
              <a:t>Rewiring of all components and cable management</a:t>
            </a:r>
            <a:endParaRPr sz="1200">
              <a:solidFill>
                <a:schemeClr val="dk1"/>
              </a:solidFill>
            </a:endParaRPr>
          </a:p>
          <a:p>
            <a:pPr indent="-29908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-"/>
            </a:pPr>
            <a:r>
              <a:rPr lang="en" sz="1200">
                <a:solidFill>
                  <a:schemeClr val="dk1"/>
                </a:solidFill>
              </a:rPr>
              <a:t>Ordering of new components: resistors, acrylic sheets, glue gun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" sz="1200">
                <a:solidFill>
                  <a:schemeClr val="dk1"/>
                </a:solidFill>
              </a:rPr>
            </a:br>
            <a:r>
              <a:rPr b="1" lang="en" sz="1200">
                <a:solidFill>
                  <a:schemeClr val="dk1"/>
                </a:solidFill>
              </a:rPr>
              <a:t>Features/tasks currently in progress:</a:t>
            </a:r>
            <a:endParaRPr sz="1200">
              <a:solidFill>
                <a:schemeClr val="dk1"/>
              </a:solidFill>
            </a:endParaRPr>
          </a:p>
          <a:p>
            <a:pPr indent="-29908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-"/>
            </a:pPr>
            <a:r>
              <a:rPr lang="en" sz="1200">
                <a:solidFill>
                  <a:schemeClr val="dk1"/>
                </a:solidFill>
              </a:rPr>
              <a:t>Complete assembly of robot with 3D printed parts (pi camera).</a:t>
            </a:r>
            <a:endParaRPr sz="1200">
              <a:solidFill>
                <a:schemeClr val="dk1"/>
              </a:solidFill>
            </a:endParaRPr>
          </a:p>
          <a:p>
            <a:pPr indent="-29908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-"/>
            </a:pPr>
            <a:r>
              <a:rPr lang="en" sz="1200">
                <a:solidFill>
                  <a:schemeClr val="dk1"/>
                </a:solidFill>
              </a:rPr>
              <a:t>Build a mobile robot capable of receiving and acting out commands using AI.</a:t>
            </a:r>
            <a:endParaRPr sz="1200">
              <a:solidFill>
                <a:schemeClr val="dk1"/>
              </a:solidFill>
            </a:endParaRPr>
          </a:p>
          <a:p>
            <a:pPr indent="-29908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-"/>
            </a:pPr>
            <a:r>
              <a:rPr lang="en" sz="1200">
                <a:solidFill>
                  <a:schemeClr val="dk1"/>
                </a:solidFill>
              </a:rPr>
              <a:t>Documentation of the build process (continuous).</a:t>
            </a:r>
            <a:endParaRPr sz="1200">
              <a:solidFill>
                <a:schemeClr val="dk1"/>
              </a:solidFill>
            </a:endParaRPr>
          </a:p>
          <a:p>
            <a:pPr indent="-29908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-"/>
            </a:pPr>
            <a:r>
              <a:rPr lang="en" sz="1200">
                <a:solidFill>
                  <a:schemeClr val="dk1"/>
                </a:solidFill>
              </a:rPr>
              <a:t>Build a website that allows remote controlling of robot, provides a live footage of what the robot sees, and a live feed of what the robot is doing.</a:t>
            </a:r>
            <a:endParaRPr sz="1200">
              <a:solidFill>
                <a:schemeClr val="dk1"/>
              </a:solidFill>
            </a:endParaRPr>
          </a:p>
          <a:p>
            <a:pPr indent="-29908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-"/>
            </a:pPr>
            <a:r>
              <a:rPr lang="en" sz="1200">
                <a:solidFill>
                  <a:schemeClr val="dk1"/>
                </a:solidFill>
              </a:rPr>
              <a:t>Integration of website with robot features.</a:t>
            </a:r>
            <a:endParaRPr sz="1200">
              <a:solidFill>
                <a:schemeClr val="dk1"/>
              </a:solidFill>
            </a:endParaRPr>
          </a:p>
          <a:p>
            <a:pPr indent="-29908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-"/>
            </a:pPr>
            <a:r>
              <a:rPr lang="en" sz="1200">
                <a:solidFill>
                  <a:schemeClr val="dk1"/>
                </a:solidFill>
              </a:rPr>
              <a:t>Figuring out how to enable live camera feed with robot, subsequently robot movement and command sending.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</a:rPr>
              <a:t>Issues/challenges faced:</a:t>
            </a:r>
            <a:endParaRPr b="1" sz="1200">
              <a:solidFill>
                <a:schemeClr val="dk1"/>
              </a:solidFill>
            </a:endParaRPr>
          </a:p>
          <a:p>
            <a:pPr indent="-29908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-"/>
            </a:pPr>
            <a:r>
              <a:rPr lang="en" sz="1200">
                <a:solidFill>
                  <a:schemeClr val="dk1"/>
                </a:solidFill>
              </a:rPr>
              <a:t>Time lag between response for client and experts (due to non-business days), sometimes </a:t>
            </a:r>
            <a:r>
              <a:rPr lang="en" sz="1200">
                <a:solidFill>
                  <a:schemeClr val="dk1"/>
                </a:solidFill>
              </a:rPr>
              <a:t>necessitating</a:t>
            </a:r>
            <a:r>
              <a:rPr lang="en" sz="1200">
                <a:solidFill>
                  <a:schemeClr val="dk1"/>
                </a:solidFill>
              </a:rPr>
              <a:t> the need for </a:t>
            </a:r>
            <a:r>
              <a:rPr lang="en" sz="1200">
                <a:solidFill>
                  <a:schemeClr val="dk1"/>
                </a:solidFill>
              </a:rPr>
              <a:t>follow ups</a:t>
            </a:r>
            <a:r>
              <a:rPr lang="en" sz="1200">
                <a:solidFill>
                  <a:schemeClr val="dk1"/>
                </a:solidFill>
              </a:rPr>
              <a:t>.</a:t>
            </a: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